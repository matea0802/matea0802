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알고리즘  —  감도 판정 기준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005840"/>
          </a:xfrm>
          <a:prstGeom prst="rect">
            <a:avLst/>
          </a:prstGeom>
          <a:solidFill>
            <a:srgbClr val="1C1018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1005840" cy="10058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1430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진동 비율</a:t>
            </a:r>
            <a:pPr indent="0" marL="0">
              <a:buNone/>
            </a:pPr>
            <a:r>
              <a:rPr lang="en-US" sz="18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&gt;  8%    </a:t>
            </a:r>
            <a:pPr indent="0" marL="0">
              <a:buNone/>
            </a:pPr>
            <a:r>
              <a:rPr lang="en-US" sz="1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pPr indent="0" marL="0">
              <a:buNone/>
            </a:pPr>
            <a:r>
              <a:rPr lang="en-US" sz="1800" b="1" dirty="0">
                <a:solidFill>
                  <a:srgbClr val="FF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평균 오차</a:t>
            </a:r>
            <a:pPr indent="0" marL="0">
              <a:buNone/>
            </a:pPr>
            <a:r>
              <a:rPr lang="en-US" sz="18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&gt;  6 px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1143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커서가 타겟을 자주 지나침 (오버슈팅)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1005840"/>
          </a:xfrm>
          <a:prstGeom prst="rect">
            <a:avLst/>
          </a:prstGeom>
          <a:solidFill>
            <a:srgbClr val="0E1420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31720"/>
            <a:ext cx="1005840" cy="1005840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느림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23317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8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오차</a:t>
            </a:r>
            <a:pPr indent="0" marL="0">
              <a:buNone/>
            </a:pPr>
            <a:r>
              <a:rPr lang="en-US" sz="1800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&gt;  14 px    </a:t>
            </a:r>
            <a:pPr indent="0" marL="0">
              <a:buNone/>
            </a:pPr>
            <a:r>
              <a:rPr lang="en-US" sz="1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pPr indent="0" marL="0">
              <a:buNone/>
            </a:pPr>
            <a:r>
              <a:rPr lang="en-US" sz="1800" b="1" dirty="0">
                <a:solidFill>
                  <a:srgbClr val="88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진동 비율</a:t>
            </a:r>
            <a:pPr indent="0" marL="0">
              <a:buNone/>
            </a:pPr>
            <a:r>
              <a:rPr lang="en-US" sz="1800" dirty="0">
                <a:solidFill>
                  <a:srgbClr val="CC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&lt;  12%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6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커서가 타겟에 닿지 못하고 뒤처짐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8412480" cy="914400"/>
          </a:xfrm>
          <a:prstGeom prst="rect">
            <a:avLst/>
          </a:prstGeom>
          <a:solidFill>
            <a:srgbClr val="0C1810"/>
          </a:solidFill>
          <a:ln w="12700">
            <a:solidFill>
              <a:srgbClr val="44CC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20440"/>
            <a:ext cx="1005840" cy="914400"/>
          </a:xfrm>
          <a:prstGeom prst="rect">
            <a:avLst/>
          </a:prstGeom>
          <a:solidFill>
            <a:srgbClr val="44CC77"/>
          </a:solidFill>
          <a:ln w="12700">
            <a:solidFill>
              <a:srgbClr val="44CC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204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적정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3520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 두 조건에 해당하지 않는 경우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3520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5D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감도가 잘 맞습니다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17720"/>
            <a:ext cx="4023360" cy="438912"/>
          </a:xfrm>
          <a:prstGeom prst="rect">
            <a:avLst/>
          </a:prstGeom>
          <a:solidFill>
            <a:srgbClr val="1C1C2A"/>
          </a:solidFill>
          <a:ln w="12700">
            <a:solidFill>
              <a:srgbClr val="5555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17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A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진동 비율</a:t>
            </a:r>
            <a:pPr indent="0" marL="0">
              <a:buNone/>
            </a:pPr>
            <a:r>
              <a:rPr lang="en-US" sz="105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타겟 기준 커서가 방향을 바꾼 횟수 ÷ 전체 프레임 × 100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4617720"/>
            <a:ext cx="4023360" cy="438912"/>
          </a:xfrm>
          <a:prstGeom prst="rect">
            <a:avLst/>
          </a:prstGeom>
          <a:solidFill>
            <a:srgbClr val="1C1C2A"/>
          </a:solidFill>
          <a:ln w="12700">
            <a:solidFill>
              <a:srgbClr val="5555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4617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A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오차</a:t>
            </a:r>
            <a:pPr indent="0" marL="0">
              <a:buNone/>
            </a:pPr>
            <a:r>
              <a:rPr lang="en-US" sz="105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커서와 타겟 사이의 평균 픽셀 거리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2026-04-14T11:47:57Z</dcterms:created>
  <dcterms:modified xsi:type="dcterms:W3CDTF">2026-04-14T11:47:57Z</dcterms:modified>
</cp:coreProperties>
</file>